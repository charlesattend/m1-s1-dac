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12192000" cy="1625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0CE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60" d="100"/>
          <a:sy n="60" d="100"/>
        </p:scale>
        <p:origin x="1776" y="-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b89ed989f935d854" providerId="LiveId" clId="{2799BF8C-C464-48E8-AEA9-187F8ED6A3BE}"/>
    <pc:docChg chg="undo custSel modSld">
      <pc:chgData name="" userId="b89ed989f935d854" providerId="LiveId" clId="{2799BF8C-C464-48E8-AEA9-187F8ED6A3BE}" dt="2023-09-06T11:59:33.240" v="105" actId="6549"/>
      <pc:docMkLst>
        <pc:docMk/>
      </pc:docMkLst>
      <pc:sldChg chg="addSp modSp">
        <pc:chgData name="" userId="b89ed989f935d854" providerId="LiveId" clId="{2799BF8C-C464-48E8-AEA9-187F8ED6A3BE}" dt="2023-09-06T11:59:33.240" v="105" actId="6549"/>
        <pc:sldMkLst>
          <pc:docMk/>
          <pc:sldMk cId="2209474562" sldId="256"/>
        </pc:sldMkLst>
        <pc:spChg chg="mod">
          <ac:chgData name="" userId="b89ed989f935d854" providerId="LiveId" clId="{2799BF8C-C464-48E8-AEA9-187F8ED6A3BE}" dt="2023-09-06T11:36:21.075" v="0" actId="164"/>
          <ac:spMkLst>
            <pc:docMk/>
            <pc:sldMk cId="2209474562" sldId="256"/>
            <ac:spMk id="32" creationId="{CD8D26E7-C632-4C23-A8AF-1B61D6124FF1}"/>
          </ac:spMkLst>
        </pc:spChg>
        <pc:spChg chg="mod">
          <ac:chgData name="" userId="b89ed989f935d854" providerId="LiveId" clId="{2799BF8C-C464-48E8-AEA9-187F8ED6A3BE}" dt="2023-09-06T11:36:21.075" v="0" actId="164"/>
          <ac:spMkLst>
            <pc:docMk/>
            <pc:sldMk cId="2209474562" sldId="256"/>
            <ac:spMk id="33" creationId="{3C236FFB-3CDB-4581-BF5A-75ADAE6FABC3}"/>
          </ac:spMkLst>
        </pc:spChg>
        <pc:spChg chg="mod">
          <ac:chgData name="" userId="b89ed989f935d854" providerId="LiveId" clId="{2799BF8C-C464-48E8-AEA9-187F8ED6A3BE}" dt="2023-09-06T11:59:33.240" v="105" actId="6549"/>
          <ac:spMkLst>
            <pc:docMk/>
            <pc:sldMk cId="2209474562" sldId="256"/>
            <ac:spMk id="34" creationId="{E342ACF6-C481-4DE7-AB3E-5182880C7CE8}"/>
          </ac:spMkLst>
        </pc:spChg>
        <pc:spChg chg="mod">
          <ac:chgData name="" userId="b89ed989f935d854" providerId="LiveId" clId="{2799BF8C-C464-48E8-AEA9-187F8ED6A3BE}" dt="2023-09-06T11:55:45.376" v="101" actId="1076"/>
          <ac:spMkLst>
            <pc:docMk/>
            <pc:sldMk cId="2209474562" sldId="256"/>
            <ac:spMk id="35" creationId="{F40EC162-B907-4F0B-8A8B-D18AFA7A9625}"/>
          </ac:spMkLst>
        </pc:spChg>
        <pc:spChg chg="add mod">
          <ac:chgData name="" userId="b89ed989f935d854" providerId="LiveId" clId="{2799BF8C-C464-48E8-AEA9-187F8ED6A3BE}" dt="2023-09-06T11:59:24.517" v="102" actId="313"/>
          <ac:spMkLst>
            <pc:docMk/>
            <pc:sldMk cId="2209474562" sldId="256"/>
            <ac:spMk id="44" creationId="{DE20D352-2541-4F49-AF4D-078073DEC159}"/>
          </ac:spMkLst>
        </pc:spChg>
        <pc:spChg chg="add mod">
          <ac:chgData name="" userId="b89ed989f935d854" providerId="LiveId" clId="{2799BF8C-C464-48E8-AEA9-187F8ED6A3BE}" dt="2023-09-06T11:55:45.376" v="101" actId="1076"/>
          <ac:spMkLst>
            <pc:docMk/>
            <pc:sldMk cId="2209474562" sldId="256"/>
            <ac:spMk id="45" creationId="{8440745B-0BFD-4E77-AB1F-53D09F043AAA}"/>
          </ac:spMkLst>
        </pc:spChg>
        <pc:grpChg chg="mod">
          <ac:chgData name="" userId="b89ed989f935d854" providerId="LiveId" clId="{2799BF8C-C464-48E8-AEA9-187F8ED6A3BE}" dt="2023-09-06T11:36:21.075" v="0" actId="164"/>
          <ac:grpSpMkLst>
            <pc:docMk/>
            <pc:sldMk cId="2209474562" sldId="256"/>
            <ac:grpSpMk id="42" creationId="{C3E14A74-00D5-4CAF-B0E0-32101A55870F}"/>
          </ac:grpSpMkLst>
        </pc:grpChg>
        <pc:grpChg chg="add mod">
          <ac:chgData name="" userId="b89ed989f935d854" providerId="LiveId" clId="{2799BF8C-C464-48E8-AEA9-187F8ED6A3BE}" dt="2023-09-06T11:55:45.376" v="101" actId="1076"/>
          <ac:grpSpMkLst>
            <pc:docMk/>
            <pc:sldMk cId="2209474562" sldId="256"/>
            <ac:grpSpMk id="43" creationId="{16E8B2C9-780A-4FF1-BA98-4E596371AF00}"/>
          </ac:grpSpMkLst>
        </pc:grpChg>
        <pc:graphicFrameChg chg="mod">
          <ac:chgData name="" userId="b89ed989f935d854" providerId="LiveId" clId="{2799BF8C-C464-48E8-AEA9-187F8ED6A3BE}" dt="2023-09-06T11:55:45.376" v="101" actId="1076"/>
          <ac:graphicFrameMkLst>
            <pc:docMk/>
            <pc:sldMk cId="2209474562" sldId="256"/>
            <ac:graphicFrameMk id="36" creationId="{F2CF4EA2-7E4A-4E78-886D-463356455BCC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660416"/>
            <a:ext cx="10363200" cy="5659496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8538164"/>
            <a:ext cx="9144000" cy="3924769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F7AA9-8A9C-43AB-B719-2BF977CBCB9A}" type="datetimeFigureOut">
              <a:rPr lang="en-US" smtClean="0"/>
              <a:t>9/6/2023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C0C71-9E84-4D48-9FBE-24EC35607A9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291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F7AA9-8A9C-43AB-B719-2BF977CBCB9A}" type="datetimeFigureOut">
              <a:rPr lang="en-US" smtClean="0"/>
              <a:t>9/6/2023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C0C71-9E84-4D48-9FBE-24EC35607A9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282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4052716"/>
            <a:ext cx="10515600" cy="6762043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0878731"/>
            <a:ext cx="10515600" cy="355599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F7AA9-8A9C-43AB-B719-2BF977CBCB9A}" type="datetimeFigureOut">
              <a:rPr lang="en-US" smtClean="0"/>
              <a:t>9/6/2023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C0C71-9E84-4D48-9FBE-24EC35607A9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716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4327407"/>
            <a:ext cx="5181600" cy="10314283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4327407"/>
            <a:ext cx="5181600" cy="10314283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F7AA9-8A9C-43AB-B719-2BF977CBCB9A}" type="datetimeFigureOut">
              <a:rPr lang="en-US" smtClean="0"/>
              <a:t>9/6/2023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C0C71-9E84-4D48-9FBE-24EC35607A9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125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865485"/>
            <a:ext cx="10515600" cy="314207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3984979"/>
            <a:ext cx="5157787" cy="1952977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5937956"/>
            <a:ext cx="5157787" cy="87338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3984979"/>
            <a:ext cx="5183188" cy="1952977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5937956"/>
            <a:ext cx="5183188" cy="87338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F7AA9-8A9C-43AB-B719-2BF977CBCB9A}" type="datetimeFigureOut">
              <a:rPr lang="en-US" smtClean="0"/>
              <a:t>9/6/2023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C0C71-9E84-4D48-9FBE-24EC35607A9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914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F7AA9-8A9C-43AB-B719-2BF977CBCB9A}" type="datetimeFigureOut">
              <a:rPr lang="en-US" smtClean="0"/>
              <a:t>9/6/2023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C0C71-9E84-4D48-9FBE-24EC35607A9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002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F7AA9-8A9C-43AB-B719-2BF977CBCB9A}" type="datetimeFigureOut">
              <a:rPr lang="en-US" smtClean="0"/>
              <a:t>9/6/2023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C0C71-9E84-4D48-9FBE-24EC35607A9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317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083733"/>
            <a:ext cx="3932237" cy="3793067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2340567"/>
            <a:ext cx="6172200" cy="11552296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76800"/>
            <a:ext cx="3932237" cy="9034875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F7AA9-8A9C-43AB-B719-2BF977CBCB9A}" type="datetimeFigureOut">
              <a:rPr lang="en-US" smtClean="0"/>
              <a:t>9/6/2023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C0C71-9E84-4D48-9FBE-24EC35607A9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156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083733"/>
            <a:ext cx="3932237" cy="3793067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2340567"/>
            <a:ext cx="6172200" cy="11552296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76800"/>
            <a:ext cx="3932237" cy="9034875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F7AA9-8A9C-43AB-B719-2BF977CBCB9A}" type="datetimeFigureOut">
              <a:rPr lang="en-US" smtClean="0"/>
              <a:t>9/6/2023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C0C71-9E84-4D48-9FBE-24EC35607A9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253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F7AA9-8A9C-43AB-B719-2BF977CBCB9A}" type="datetimeFigureOut">
              <a:rPr lang="en-US" smtClean="0"/>
              <a:t>9/6/2023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C0C71-9E84-4D48-9FBE-24EC35607A9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069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865481"/>
            <a:ext cx="2628900" cy="13776209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865481"/>
            <a:ext cx="7734300" cy="13776209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F7AA9-8A9C-43AB-B719-2BF977CBCB9A}" type="datetimeFigureOut">
              <a:rPr lang="en-US" smtClean="0"/>
              <a:t>9/6/2023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C0C71-9E84-4D48-9FBE-24EC35607A9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160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865485"/>
            <a:ext cx="10515600" cy="31420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4327407"/>
            <a:ext cx="10515600" cy="103142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15066908"/>
            <a:ext cx="2743200" cy="8654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BF7AA9-8A9C-43AB-B719-2BF977CBCB9A}" type="datetimeFigureOut">
              <a:rPr lang="en-US" smtClean="0"/>
              <a:t>9/6/2023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15066908"/>
            <a:ext cx="4114800" cy="8654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15066908"/>
            <a:ext cx="2743200" cy="8654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DC0C71-9E84-4D48-9FBE-24EC35607A9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335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ZoneTexte 34">
            <a:extLst>
              <a:ext uri="{FF2B5EF4-FFF2-40B4-BE49-F238E27FC236}">
                <a16:creationId xmlns:a16="http://schemas.microsoft.com/office/drawing/2014/main" id="{F40EC162-B907-4F0B-8A8B-D18AFA7A9625}"/>
              </a:ext>
            </a:extLst>
          </p:cNvPr>
          <p:cNvSpPr txBox="1"/>
          <p:nvPr/>
        </p:nvSpPr>
        <p:spPr>
          <a:xfrm>
            <a:off x="250775" y="8885924"/>
            <a:ext cx="53767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B/Information sur le gene </a:t>
            </a:r>
            <a:r>
              <a:rPr lang="en-US" sz="1400" b="1" dirty="0" err="1"/>
              <a:t>codant</a:t>
            </a:r>
            <a:r>
              <a:rPr lang="en-US" sz="1400" b="1" dirty="0"/>
              <a:t> NAGS</a:t>
            </a:r>
          </a:p>
        </p:txBody>
      </p:sp>
      <p:graphicFrame>
        <p:nvGraphicFramePr>
          <p:cNvPr id="36" name="Tableau 35">
            <a:extLst>
              <a:ext uri="{FF2B5EF4-FFF2-40B4-BE49-F238E27FC236}">
                <a16:creationId xmlns:a16="http://schemas.microsoft.com/office/drawing/2014/main" id="{F2CF4EA2-7E4A-4E78-886D-463356455B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9758252"/>
              </p:ext>
            </p:extLst>
          </p:nvPr>
        </p:nvGraphicFramePr>
        <p:xfrm>
          <a:off x="644880" y="9274038"/>
          <a:ext cx="4981574" cy="61937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45417">
                  <a:extLst>
                    <a:ext uri="{9D8B030D-6E8A-4147-A177-3AD203B41FA5}">
                      <a16:colId xmlns:a16="http://schemas.microsoft.com/office/drawing/2014/main" val="50910074"/>
                    </a:ext>
                  </a:extLst>
                </a:gridCol>
                <a:gridCol w="1375632">
                  <a:extLst>
                    <a:ext uri="{9D8B030D-6E8A-4147-A177-3AD203B41FA5}">
                      <a16:colId xmlns:a16="http://schemas.microsoft.com/office/drawing/2014/main" val="3110474894"/>
                    </a:ext>
                  </a:extLst>
                </a:gridCol>
                <a:gridCol w="1660525">
                  <a:extLst>
                    <a:ext uri="{9D8B030D-6E8A-4147-A177-3AD203B41FA5}">
                      <a16:colId xmlns:a16="http://schemas.microsoft.com/office/drawing/2014/main" val="1339207477"/>
                    </a:ext>
                  </a:extLst>
                </a:gridCol>
              </a:tblGrid>
              <a:tr h="3643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/>
                        <a:t>Région</a:t>
                      </a:r>
                      <a:endParaRPr 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/>
                        <a:t>Coordonnées</a:t>
                      </a:r>
                      <a:endParaRPr 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Longueur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9514416"/>
                  </a:ext>
                </a:extLst>
              </a:tr>
              <a:tr h="3643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5’UTR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3275280"/>
                  </a:ext>
                </a:extLst>
              </a:tr>
              <a:tr h="3643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Codon </a:t>
                      </a:r>
                      <a:r>
                        <a:rPr lang="en-US" sz="1200" dirty="0" err="1"/>
                        <a:t>Initiateur</a:t>
                      </a:r>
                      <a:r>
                        <a:rPr lang="en-US" sz="1200" dirty="0"/>
                        <a:t> (ATG)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/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1662607"/>
                  </a:ext>
                </a:extLst>
              </a:tr>
              <a:tr h="3643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Exon1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3663527"/>
                  </a:ext>
                </a:extLst>
              </a:tr>
              <a:tr h="3643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Intron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2819575"/>
                  </a:ext>
                </a:extLst>
              </a:tr>
              <a:tr h="3643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Exon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0541542"/>
                  </a:ext>
                </a:extLst>
              </a:tr>
              <a:tr h="3643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Intron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1061575"/>
                  </a:ext>
                </a:extLst>
              </a:tr>
              <a:tr h="3643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Exon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1233467"/>
                  </a:ext>
                </a:extLst>
              </a:tr>
              <a:tr h="3643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Intron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2745533"/>
                  </a:ext>
                </a:extLst>
              </a:tr>
              <a:tr h="3643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Exon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2252039"/>
                  </a:ext>
                </a:extLst>
              </a:tr>
              <a:tr h="3643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Intron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3030224"/>
                  </a:ext>
                </a:extLst>
              </a:tr>
              <a:tr h="3643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Exon 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6656215"/>
                  </a:ext>
                </a:extLst>
              </a:tr>
              <a:tr h="3643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Intron 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8398081"/>
                  </a:ext>
                </a:extLst>
              </a:tr>
              <a:tr h="3643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Exon 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3604144"/>
                  </a:ext>
                </a:extLst>
              </a:tr>
              <a:tr h="3643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Intron 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6860188"/>
                  </a:ext>
                </a:extLst>
              </a:tr>
              <a:tr h="3643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Codon Stop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/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5337543"/>
                  </a:ext>
                </a:extLst>
              </a:tr>
              <a:tr h="3643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3’UTR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5211823"/>
                  </a:ext>
                </a:extLst>
              </a:tr>
            </a:tbl>
          </a:graphicData>
        </a:graphic>
      </p:graphicFrame>
      <p:grpSp>
        <p:nvGrpSpPr>
          <p:cNvPr id="43" name="Groupe 42">
            <a:extLst>
              <a:ext uri="{FF2B5EF4-FFF2-40B4-BE49-F238E27FC236}">
                <a16:creationId xmlns:a16="http://schemas.microsoft.com/office/drawing/2014/main" id="{16E8B2C9-780A-4FF1-BA98-4E596371AF00}"/>
              </a:ext>
            </a:extLst>
          </p:cNvPr>
          <p:cNvGrpSpPr/>
          <p:nvPr/>
        </p:nvGrpSpPr>
        <p:grpSpPr>
          <a:xfrm>
            <a:off x="0" y="1068739"/>
            <a:ext cx="12437897" cy="7401538"/>
            <a:chOff x="-48126" y="1598128"/>
            <a:chExt cx="12437897" cy="7401538"/>
          </a:xfrm>
        </p:grpSpPr>
        <p:sp>
          <p:nvSpPr>
            <p:cNvPr id="32" name="ZoneTexte 31">
              <a:extLst>
                <a:ext uri="{FF2B5EF4-FFF2-40B4-BE49-F238E27FC236}">
                  <a16:creationId xmlns:a16="http://schemas.microsoft.com/office/drawing/2014/main" id="{CD8D26E7-C632-4C23-A8AF-1B61D6124FF1}"/>
                </a:ext>
              </a:extLst>
            </p:cNvPr>
            <p:cNvSpPr txBox="1"/>
            <p:nvPr/>
          </p:nvSpPr>
          <p:spPr>
            <a:xfrm>
              <a:off x="-48126" y="2462658"/>
              <a:ext cx="63397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ADN</a:t>
              </a:r>
            </a:p>
          </p:txBody>
        </p:sp>
        <p:sp>
          <p:nvSpPr>
            <p:cNvPr id="33" name="ZoneTexte 32">
              <a:extLst>
                <a:ext uri="{FF2B5EF4-FFF2-40B4-BE49-F238E27FC236}">
                  <a16:creationId xmlns:a16="http://schemas.microsoft.com/office/drawing/2014/main" id="{3C236FFB-3CDB-4581-BF5A-75ADAE6FABC3}"/>
                </a:ext>
              </a:extLst>
            </p:cNvPr>
            <p:cNvSpPr txBox="1"/>
            <p:nvPr/>
          </p:nvSpPr>
          <p:spPr>
            <a:xfrm>
              <a:off x="-48126" y="5774350"/>
              <a:ext cx="86564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err="1"/>
                <a:t>ARNm</a:t>
              </a:r>
              <a:endParaRPr lang="en-US" sz="1400" b="1" dirty="0"/>
            </a:p>
          </p:txBody>
        </p:sp>
        <p:sp>
          <p:nvSpPr>
            <p:cNvPr id="34" name="ZoneTexte 33">
              <a:extLst>
                <a:ext uri="{FF2B5EF4-FFF2-40B4-BE49-F238E27FC236}">
                  <a16:creationId xmlns:a16="http://schemas.microsoft.com/office/drawing/2014/main" id="{E342ACF6-C481-4DE7-AB3E-5182880C7CE8}"/>
                </a:ext>
              </a:extLst>
            </p:cNvPr>
            <p:cNvSpPr txBox="1"/>
            <p:nvPr/>
          </p:nvSpPr>
          <p:spPr>
            <a:xfrm>
              <a:off x="25692" y="1598128"/>
              <a:ext cx="53767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A/Structure et  ORF Map de </a:t>
              </a:r>
              <a:r>
                <a:rPr lang="en-US" sz="1400" b="1" dirty="0" err="1"/>
                <a:t>l’ADN</a:t>
              </a:r>
              <a:r>
                <a:rPr lang="en-US" sz="1400" b="1" dirty="0"/>
                <a:t> et de </a:t>
              </a:r>
              <a:r>
                <a:rPr lang="en-US" sz="1400" b="1" dirty="0" err="1"/>
                <a:t>l’ARNm</a:t>
              </a:r>
              <a:r>
                <a:rPr lang="en-US" sz="1400" b="1" dirty="0"/>
                <a:t> de NAGS</a:t>
              </a:r>
            </a:p>
          </p:txBody>
        </p:sp>
        <p:grpSp>
          <p:nvGrpSpPr>
            <p:cNvPr id="42" name="Groupe 41">
              <a:extLst>
                <a:ext uri="{FF2B5EF4-FFF2-40B4-BE49-F238E27FC236}">
                  <a16:creationId xmlns:a16="http://schemas.microsoft.com/office/drawing/2014/main" id="{C3E14A74-00D5-4CAF-B0E0-32101A55870F}"/>
                </a:ext>
              </a:extLst>
            </p:cNvPr>
            <p:cNvGrpSpPr/>
            <p:nvPr/>
          </p:nvGrpSpPr>
          <p:grpSpPr>
            <a:xfrm>
              <a:off x="545050" y="2347596"/>
              <a:ext cx="11844721" cy="6652070"/>
              <a:chOff x="529008" y="2379680"/>
              <a:chExt cx="11844721" cy="6652070"/>
            </a:xfrm>
          </p:grpSpPr>
          <p:pic>
            <p:nvPicPr>
              <p:cNvPr id="12" name="Image 11">
                <a:extLst>
                  <a:ext uri="{FF2B5EF4-FFF2-40B4-BE49-F238E27FC236}">
                    <a16:creationId xmlns:a16="http://schemas.microsoft.com/office/drawing/2014/main" id="{695C237A-FF78-4232-8356-02483720DF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59368" y="2478700"/>
                <a:ext cx="11121009" cy="537591"/>
              </a:xfrm>
              <a:prstGeom prst="rect">
                <a:avLst/>
              </a:prstGeom>
            </p:spPr>
          </p:pic>
          <p:pic>
            <p:nvPicPr>
              <p:cNvPr id="13" name="Image 12">
                <a:extLst>
                  <a:ext uri="{FF2B5EF4-FFF2-40B4-BE49-F238E27FC236}">
                    <a16:creationId xmlns:a16="http://schemas.microsoft.com/office/drawing/2014/main" id="{4110A60A-0609-42F0-B4F2-244699DFBE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59367" y="5689941"/>
                <a:ext cx="5220462" cy="680715"/>
              </a:xfrm>
              <a:prstGeom prst="rect">
                <a:avLst/>
              </a:prstGeom>
            </p:spPr>
          </p:pic>
          <p:pic>
            <p:nvPicPr>
              <p:cNvPr id="16" name="Picture 4">
                <a:extLst>
                  <a:ext uri="{FF2B5EF4-FFF2-40B4-BE49-F238E27FC236}">
                    <a16:creationId xmlns:a16="http://schemas.microsoft.com/office/drawing/2014/main" id="{D20352FB-CDDD-4122-9F6E-A1235303A90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59368" y="6246582"/>
                <a:ext cx="4981574" cy="24773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3FD5196B-4F4F-46B7-B69A-473AB0588A33}"/>
                  </a:ext>
                </a:extLst>
              </p:cNvPr>
              <p:cNvSpPr txBox="1"/>
              <p:nvPr/>
            </p:nvSpPr>
            <p:spPr>
              <a:xfrm>
                <a:off x="659231" y="5347770"/>
                <a:ext cx="482453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/>
                  <a:t>Carte des ORFs </a:t>
                </a:r>
                <a:r>
                  <a:rPr lang="en-US" sz="1400" b="1" dirty="0" err="1"/>
                  <a:t>génomique</a:t>
                </a:r>
                <a:r>
                  <a:rPr lang="en-US" sz="1400" b="1" dirty="0"/>
                  <a:t> (ADN) de NAGS</a:t>
                </a:r>
              </a:p>
            </p:txBody>
          </p:sp>
          <p:sp>
            <p:nvSpPr>
              <p:cNvPr id="18" name="ZoneTexte 17">
                <a:extLst>
                  <a:ext uri="{FF2B5EF4-FFF2-40B4-BE49-F238E27FC236}">
                    <a16:creationId xmlns:a16="http://schemas.microsoft.com/office/drawing/2014/main" id="{83CFC220-E852-4C76-8594-7238E18382D6}"/>
                  </a:ext>
                </a:extLst>
              </p:cNvPr>
              <p:cNvSpPr txBox="1"/>
              <p:nvPr/>
            </p:nvSpPr>
            <p:spPr>
              <a:xfrm>
                <a:off x="759367" y="8723973"/>
                <a:ext cx="482453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/>
                  <a:t>Carte des ORFs du transcript  (</a:t>
                </a:r>
                <a:r>
                  <a:rPr lang="en-US" sz="1400" b="1" dirty="0" err="1"/>
                  <a:t>ARNm</a:t>
                </a:r>
                <a:r>
                  <a:rPr lang="en-US" sz="1400" b="1" dirty="0"/>
                  <a:t>) de NAGS</a:t>
                </a:r>
              </a:p>
            </p:txBody>
          </p:sp>
          <p:pic>
            <p:nvPicPr>
              <p:cNvPr id="19" name="Picture 3">
                <a:extLst>
                  <a:ext uri="{FF2B5EF4-FFF2-40B4-BE49-F238E27FC236}">
                    <a16:creationId xmlns:a16="http://schemas.microsoft.com/office/drawing/2014/main" id="{73417E7A-3E56-49A3-8AB0-F639AC22E40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15939" y="2904944"/>
                <a:ext cx="11111472" cy="24625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2E8EC220-3735-4FF4-B03E-0440383B3AAE}"/>
                  </a:ext>
                </a:extLst>
              </p:cNvPr>
              <p:cNvSpPr/>
              <p:nvPr/>
            </p:nvSpPr>
            <p:spPr>
              <a:xfrm>
                <a:off x="1940466" y="2379682"/>
                <a:ext cx="1343025" cy="3028952"/>
              </a:xfrm>
              <a:prstGeom prst="rect">
                <a:avLst/>
              </a:prstGeom>
              <a:solidFill>
                <a:schemeClr val="bg1">
                  <a:lumMod val="85000"/>
                  <a:alpha val="43137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E82235F8-4062-4656-9DC1-BECC4A12D9A3}"/>
                  </a:ext>
                </a:extLst>
              </p:cNvPr>
              <p:cNvSpPr/>
              <p:nvPr/>
            </p:nvSpPr>
            <p:spPr>
              <a:xfrm>
                <a:off x="3969291" y="2379681"/>
                <a:ext cx="276225" cy="3028952"/>
              </a:xfrm>
              <a:prstGeom prst="rect">
                <a:avLst/>
              </a:prstGeom>
              <a:solidFill>
                <a:schemeClr val="bg1">
                  <a:lumMod val="85000"/>
                  <a:alpha val="43137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5792E080-B46C-4A92-87F4-B7192225C15C}"/>
                  </a:ext>
                </a:extLst>
              </p:cNvPr>
              <p:cNvSpPr/>
              <p:nvPr/>
            </p:nvSpPr>
            <p:spPr>
              <a:xfrm>
                <a:off x="4759867" y="2379680"/>
                <a:ext cx="723900" cy="3028952"/>
              </a:xfrm>
              <a:prstGeom prst="rect">
                <a:avLst/>
              </a:prstGeom>
              <a:solidFill>
                <a:schemeClr val="bg1">
                  <a:lumMod val="85000"/>
                  <a:alpha val="43137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3F319EB8-0C6F-497F-9F10-812223E0171E}"/>
                  </a:ext>
                </a:extLst>
              </p:cNvPr>
              <p:cNvSpPr/>
              <p:nvPr/>
            </p:nvSpPr>
            <p:spPr>
              <a:xfrm>
                <a:off x="5931443" y="2403817"/>
                <a:ext cx="1504947" cy="3028952"/>
              </a:xfrm>
              <a:prstGeom prst="rect">
                <a:avLst/>
              </a:prstGeom>
              <a:solidFill>
                <a:schemeClr val="bg1">
                  <a:lumMod val="85000"/>
                  <a:alpha val="43137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52D1311D-1B27-432D-9301-5DD119BFF0F8}"/>
                  </a:ext>
                </a:extLst>
              </p:cNvPr>
              <p:cNvSpPr/>
              <p:nvPr/>
            </p:nvSpPr>
            <p:spPr>
              <a:xfrm>
                <a:off x="7869902" y="2427952"/>
                <a:ext cx="233239" cy="3028952"/>
              </a:xfrm>
              <a:prstGeom prst="rect">
                <a:avLst/>
              </a:prstGeom>
              <a:solidFill>
                <a:schemeClr val="bg1">
                  <a:lumMod val="85000"/>
                  <a:alpha val="43137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C9AF77F0-5640-4B02-891B-81B90F5857DD}"/>
                  </a:ext>
                </a:extLst>
              </p:cNvPr>
              <p:cNvSpPr/>
              <p:nvPr/>
            </p:nvSpPr>
            <p:spPr>
              <a:xfrm>
                <a:off x="8536653" y="2427952"/>
                <a:ext cx="1690563" cy="3028952"/>
              </a:xfrm>
              <a:prstGeom prst="rect">
                <a:avLst/>
              </a:prstGeom>
              <a:solidFill>
                <a:schemeClr val="bg1">
                  <a:lumMod val="85000"/>
                  <a:alpha val="43137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ZoneTexte 37">
                <a:extLst>
                  <a:ext uri="{FF2B5EF4-FFF2-40B4-BE49-F238E27FC236}">
                    <a16:creationId xmlns:a16="http://schemas.microsoft.com/office/drawing/2014/main" id="{5E29B7FD-429E-4F02-96CA-4F287197C9AF}"/>
                  </a:ext>
                </a:extLst>
              </p:cNvPr>
              <p:cNvSpPr txBox="1"/>
              <p:nvPr/>
            </p:nvSpPr>
            <p:spPr>
              <a:xfrm>
                <a:off x="529008" y="2526826"/>
                <a:ext cx="269459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b="1" dirty="0"/>
                  <a:t>1</a:t>
                </a:r>
              </a:p>
            </p:txBody>
          </p:sp>
          <p:sp>
            <p:nvSpPr>
              <p:cNvPr id="39" name="ZoneTexte 38">
                <a:extLst>
                  <a:ext uri="{FF2B5EF4-FFF2-40B4-BE49-F238E27FC236}">
                    <a16:creationId xmlns:a16="http://schemas.microsoft.com/office/drawing/2014/main" id="{74495877-3721-4BCB-A9DB-77DCFA64FD0B}"/>
                  </a:ext>
                </a:extLst>
              </p:cNvPr>
              <p:cNvSpPr txBox="1"/>
              <p:nvPr/>
            </p:nvSpPr>
            <p:spPr>
              <a:xfrm>
                <a:off x="553072" y="5839521"/>
                <a:ext cx="269459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b="1" dirty="0"/>
                  <a:t>1</a:t>
                </a:r>
              </a:p>
            </p:txBody>
          </p:sp>
          <p:sp>
            <p:nvSpPr>
              <p:cNvPr id="40" name="ZoneTexte 39">
                <a:extLst>
                  <a:ext uri="{FF2B5EF4-FFF2-40B4-BE49-F238E27FC236}">
                    <a16:creationId xmlns:a16="http://schemas.microsoft.com/office/drawing/2014/main" id="{225BA12A-FF55-4D14-85B4-9F75A10D8828}"/>
                  </a:ext>
                </a:extLst>
              </p:cNvPr>
              <p:cNvSpPr txBox="1"/>
              <p:nvPr/>
            </p:nvSpPr>
            <p:spPr>
              <a:xfrm>
                <a:off x="5796713" y="5839521"/>
                <a:ext cx="65221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b="1" dirty="0"/>
                  <a:t>2182</a:t>
                </a:r>
              </a:p>
            </p:txBody>
          </p:sp>
          <p:sp>
            <p:nvSpPr>
              <p:cNvPr id="41" name="ZoneTexte 40">
                <a:extLst>
                  <a:ext uri="{FF2B5EF4-FFF2-40B4-BE49-F238E27FC236}">
                    <a16:creationId xmlns:a16="http://schemas.microsoft.com/office/drawing/2014/main" id="{2F5656C3-4A8B-42DD-B990-5C6B52036EE7}"/>
                  </a:ext>
                </a:extLst>
              </p:cNvPr>
              <p:cNvSpPr txBox="1"/>
              <p:nvPr/>
            </p:nvSpPr>
            <p:spPr>
              <a:xfrm>
                <a:off x="11721515" y="2526826"/>
                <a:ext cx="65221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b="1" dirty="0"/>
                  <a:t>4515</a:t>
                </a:r>
              </a:p>
            </p:txBody>
          </p:sp>
        </p:grpSp>
      </p:grpSp>
      <p:sp>
        <p:nvSpPr>
          <p:cNvPr id="44" name="ZoneTexte 43">
            <a:extLst>
              <a:ext uri="{FF2B5EF4-FFF2-40B4-BE49-F238E27FC236}">
                <a16:creationId xmlns:a16="http://schemas.microsoft.com/office/drawing/2014/main" id="{DE20D352-2541-4F49-AF4D-078073DEC159}"/>
              </a:ext>
            </a:extLst>
          </p:cNvPr>
          <p:cNvSpPr txBox="1"/>
          <p:nvPr/>
        </p:nvSpPr>
        <p:spPr>
          <a:xfrm>
            <a:off x="25692" y="289331"/>
            <a:ext cx="121663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u="sng" dirty="0"/>
              <a:t>Document Annexe à compléter</a:t>
            </a:r>
            <a:endParaRPr lang="fr-FR" dirty="0"/>
          </a:p>
          <a:p>
            <a:pPr algn="ctr"/>
            <a:endParaRPr lang="en-US" dirty="0"/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8440745B-0BFD-4E77-AB1F-53D09F043AAA}"/>
              </a:ext>
            </a:extLst>
          </p:cNvPr>
          <p:cNvSpPr txBox="1"/>
          <p:nvPr/>
        </p:nvSpPr>
        <p:spPr>
          <a:xfrm>
            <a:off x="6898105" y="9376176"/>
            <a:ext cx="4555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 err="1"/>
              <a:t>Calcul</a:t>
            </a:r>
            <a:r>
              <a:rPr lang="en-US" u="sng" dirty="0"/>
              <a:t> de la </a:t>
            </a:r>
            <a:r>
              <a:rPr lang="en-US" u="sng" dirty="0" err="1"/>
              <a:t>taille</a:t>
            </a:r>
            <a:r>
              <a:rPr lang="en-US" u="sng" dirty="0"/>
              <a:t> de la </a:t>
            </a:r>
            <a:r>
              <a:rPr lang="en-US" u="sng" dirty="0" err="1"/>
              <a:t>protéine</a:t>
            </a:r>
            <a:r>
              <a:rPr lang="en-US" u="sng" dirty="0"/>
              <a:t> NAGS</a:t>
            </a:r>
          </a:p>
        </p:txBody>
      </p:sp>
    </p:spTree>
    <p:extLst>
      <p:ext uri="{BB962C8B-B14F-4D97-AF65-F5344CB8AC3E}">
        <p14:creationId xmlns:p14="http://schemas.microsoft.com/office/powerpoint/2010/main" val="220947456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88</TotalTime>
  <Words>96</Words>
  <Application>Microsoft Office PowerPoint</Application>
  <PresentationFormat>Personnalisé</PresentationFormat>
  <Paragraphs>33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Mathilde</dc:creator>
  <cp:lastModifiedBy>Mathilde</cp:lastModifiedBy>
  <cp:revision>6</cp:revision>
  <dcterms:created xsi:type="dcterms:W3CDTF">2023-09-06T10:31:11Z</dcterms:created>
  <dcterms:modified xsi:type="dcterms:W3CDTF">2023-09-06T11:59:38Z</dcterms:modified>
</cp:coreProperties>
</file>